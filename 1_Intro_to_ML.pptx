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hwim0pFFCOnfWtk3npV8bHeyoI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42d8d44f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3042d8d44f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042d8d44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3042d8d44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042d8d44f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3042d8d44f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042d8d44f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3042d8d44f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233487" y="1122363"/>
            <a:ext cx="9725025" cy="133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 to Machine Learning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3999" y="48708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Dept. of CSE, University of Asia Pacific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Learning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Humans learn from past experiences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Machines follow instructions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if humans can train machines to learn from past experience?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Machines are like toddlers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8BF1C5-2E8A-4F95-BDBB-426FC538C8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Realm of Artificial Intelligence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905000" y="1704475"/>
            <a:ext cx="8061300" cy="515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882700" y="2787300"/>
            <a:ext cx="6105900" cy="40707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570150" y="3703800"/>
            <a:ext cx="4731000" cy="3154200"/>
          </a:xfrm>
          <a:prstGeom prst="ellipse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335750" y="4724700"/>
            <a:ext cx="3199800" cy="21333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4191000" y="1884950"/>
            <a:ext cx="344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4371450" y="3059800"/>
            <a:ext cx="344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4371450" y="3973375"/>
            <a:ext cx="3449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</a:p>
        </p:txBody>
      </p:sp>
      <p:sp>
        <p:nvSpPr>
          <p:cNvPr id="104" name="Google Shape;104;p4"/>
          <p:cNvSpPr txBox="1"/>
          <p:nvPr/>
        </p:nvSpPr>
        <p:spPr>
          <a:xfrm>
            <a:off x="4371450" y="5268775"/>
            <a:ext cx="344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FEB2AC-6A61-4BDA-9455-8B731BC330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vs Machine Learning</a:t>
            </a:r>
            <a:endParaRPr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92" b="11857"/>
          <a:stretch/>
        </p:blipFill>
        <p:spPr>
          <a:xfrm>
            <a:off x="1513134" y="1325700"/>
            <a:ext cx="9165731" cy="48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3A921-3DAD-4AF1-B861-EFE4484519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42d8d44f_1_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Machine Learning</a:t>
            </a:r>
            <a:endParaRPr/>
          </a:p>
        </p:txBody>
      </p:sp>
      <p:pic>
        <p:nvPicPr>
          <p:cNvPr id="116" name="Google Shape;116;g33042d8d44f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7713"/>
            <a:ext cx="11887201" cy="34825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0F56E-1038-4643-8F1A-1399D69978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042d8d44f_2_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Supervised Learning</a:t>
            </a:r>
            <a:endParaRPr/>
          </a:p>
        </p:txBody>
      </p:sp>
      <p:sp>
        <p:nvSpPr>
          <p:cNvPr id="122" name="Google Shape;122;g33042d8d44f_2_4"/>
          <p:cNvSpPr txBox="1"/>
          <p:nvPr/>
        </p:nvSpPr>
        <p:spPr>
          <a:xfrm>
            <a:off x="601575" y="1325700"/>
            <a:ext cx="9966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 type of learning where the model is trained on labeled data.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Examples: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Classification (e.g. Logistic Regression, Support Vector Machines)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Regression (e.g. Linear Regression)</a:t>
            </a:r>
            <a:endParaRPr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7061C-5196-42B4-8B86-B1BD823EAA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042d8d44f_2_1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Unsupervised Learning</a:t>
            </a:r>
            <a:endParaRPr/>
          </a:p>
        </p:txBody>
      </p:sp>
      <p:sp>
        <p:nvSpPr>
          <p:cNvPr id="128" name="Google Shape;128;g33042d8d44f_2_17"/>
          <p:cNvSpPr txBox="1"/>
          <p:nvPr/>
        </p:nvSpPr>
        <p:spPr>
          <a:xfrm>
            <a:off x="601575" y="1325700"/>
            <a:ext cx="99663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 type of learning where the model works with unlabeled data to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discover patterns.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Examples: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Clustering (e.g., K-Means)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Dimensionality Reduction (e.g., PCA)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46A43-84EA-411B-91B7-43319C1512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042d8d44f_2_2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Reinforcement Learning</a:t>
            </a:r>
            <a:endParaRPr/>
          </a:p>
        </p:txBody>
      </p:sp>
      <p:sp>
        <p:nvSpPr>
          <p:cNvPr id="134" name="Google Shape;134;g33042d8d44f_2_29"/>
          <p:cNvSpPr txBox="1"/>
          <p:nvPr/>
        </p:nvSpPr>
        <p:spPr>
          <a:xfrm>
            <a:off x="601575" y="1325700"/>
            <a:ext cx="99663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 type of learning where an agent learns to make decisions by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interacting with an environment.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Examples: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Autonomous Robot Navigation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Self driving cars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4B6EA-A5D6-46E7-8676-D0CFFD71CE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 Steps in Machine Learning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978575" y="1764650"/>
            <a:ext cx="91680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1. Data Collection</a:t>
            </a:r>
            <a:endParaRPr sz="2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2. Data Preprocessing</a:t>
            </a:r>
            <a:endParaRPr sz="2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3. Model Development</a:t>
            </a:r>
            <a:endParaRPr sz="2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4. Model Training</a:t>
            </a:r>
            <a:endParaRPr sz="2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5. Model Evaluation</a:t>
            </a:r>
            <a:endParaRPr sz="26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6. Deployment</a:t>
            </a:r>
            <a:endParaRPr sz="26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8A7623-2C79-4284-BEAA-3877638F43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/>
          <p:nvPr/>
        </p:nvSpPr>
        <p:spPr>
          <a:xfrm>
            <a:off x="4428591" y="2967335"/>
            <a:ext cx="33348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23372E-DA68-4CD1-9468-E178EC3D45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Widescreen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Introduction to Machine Learning</vt:lpstr>
      <vt:lpstr>Learning</vt:lpstr>
      <vt:lpstr>Realm of Artificial Intelligence</vt:lpstr>
      <vt:lpstr>Programming vs Machine Learning</vt:lpstr>
      <vt:lpstr>Types of Machine Learning</vt:lpstr>
      <vt:lpstr>Supervised Learning</vt:lpstr>
      <vt:lpstr>Unsupervised Learning</vt:lpstr>
      <vt:lpstr>Reinforcement Learning</vt:lpstr>
      <vt:lpstr>General Steps in Machine Learning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Shahidul islam</dc:creator>
  <cp:lastModifiedBy>Ahmedul Kabir</cp:lastModifiedBy>
  <cp:revision>4</cp:revision>
  <dcterms:created xsi:type="dcterms:W3CDTF">2024-01-16T03:17:01Z</dcterms:created>
  <dcterms:modified xsi:type="dcterms:W3CDTF">2026-02-23T17:23:13Z</dcterms:modified>
</cp:coreProperties>
</file>